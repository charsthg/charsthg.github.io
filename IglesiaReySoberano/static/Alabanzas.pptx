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4" r:id="rId10"/>
    <p:sldId id="265" r:id="rId11"/>
    <p:sldId id="273" r:id="rId12"/>
    <p:sldId id="267" r:id="rId13"/>
    <p:sldId id="268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AEE3D90-13AD-4288-A484-3DEA25643B33}">
          <p14:sldIdLst>
            <p14:sldId id="256"/>
          </p14:sldIdLst>
        </p14:section>
        <p14:section name="Menu" id="{3B1A8B5E-D9B7-4862-A37F-0CE6B9705D2D}">
          <p14:sldIdLst>
            <p14:sldId id="257"/>
          </p14:sldIdLst>
        </p14:section>
        <p14:section name="Rey De Gloria" id="{0DF2EF8A-CFB3-44EA-86EF-7B23EA259440}">
          <p14:sldIdLst>
            <p14:sldId id="258"/>
          </p14:sldIdLst>
        </p14:section>
        <p14:section name="1ra Estrofa" id="{D8A507D0-CDA2-4CEE-9AF3-A387D54D3686}">
          <p14:sldIdLst>
            <p14:sldId id="259"/>
            <p14:sldId id="260"/>
            <p14:sldId id="261"/>
            <p14:sldId id="262"/>
            <p14:sldId id="274"/>
          </p14:sldIdLst>
        </p14:section>
        <p14:section name="2da Estrofa" id="{F4C4DE46-A72A-4F53-822F-6AC51254007B}">
          <p14:sldIdLst>
            <p14:sldId id="264"/>
            <p14:sldId id="265"/>
            <p14:sldId id="273"/>
          </p14:sldIdLst>
        </p14:section>
        <p14:section name="3ra Estrofa" id="{0473ACB5-75C9-4D51-8868-FF0BE65A473B}">
          <p14:sldIdLst>
            <p14:sldId id="267"/>
            <p14:sldId id="268"/>
            <p14:sldId id="270"/>
            <p14:sldId id="271"/>
            <p14:sldId id="272"/>
          </p14:sldIdLst>
        </p14:section>
        <p14:section name="Rey de Reyes" id="{00DD449C-0538-4640-8BE5-6D442CC94DA2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rli Gomez" initials="CG" lastIdx="2" clrIdx="0">
    <p:extLst>
      <p:ext uri="{19B8F6BF-5375-455C-9EA6-DF929625EA0E}">
        <p15:presenceInfo xmlns:p15="http://schemas.microsoft.com/office/powerpoint/2012/main" userId="36de43be3dff93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3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9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6-22T12:11:42.641" idx="2">
    <p:pos x="10" y="10"/>
    <p:text>se repite 2 veces la misma diapositiva</p:text>
    <p:extLst>
      <p:ext uri="{C676402C-5697-4E1C-873F-D02D1690AC5C}">
        <p15:threadingInfo xmlns:p15="http://schemas.microsoft.com/office/powerpoint/2012/main" timeZoneBias="30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144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25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731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496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00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31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279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55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272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120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25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42458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433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957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274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08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341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85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01F02-87DE-4729-84EF-BFE535BE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3" y="639417"/>
            <a:ext cx="10364452" cy="755374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Arial Black" panose="020B0A04020102020204" pitchFamily="34" charset="0"/>
              </a:rPr>
              <a:t>Alabanzas</a:t>
            </a:r>
            <a:endParaRPr lang="es-MX" sz="4000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8CBC5E-888D-4EB4-80CA-9631D705E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74" y="3051313"/>
            <a:ext cx="3298976" cy="755374"/>
          </a:xfrm>
        </p:spPr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Alabanzas de Adoración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  <a:hlinkClick r:id="rId2" action="ppaction://hlinksldjump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BFAAF6-3A81-4B67-A123-FB8D01B06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0239" y="3051313"/>
            <a:ext cx="3291521" cy="755374"/>
          </a:xfrm>
        </p:spPr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Alabanzas de avivamiento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F3DE47D-1065-4AD8-8134-EAA0C62DA0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298" y="3051313"/>
            <a:ext cx="3304928" cy="755374"/>
          </a:xfrm>
        </p:spPr>
        <p:txBody>
          <a:bodyPr/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Coros</a:t>
            </a:r>
            <a:endParaRPr lang="es-MX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89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130CC-4EED-4BD6-95C8-D16718E49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latin typeface="Arial Black" panose="020B0A04020102020204" pitchFamily="34" charset="0"/>
                <a:cs typeface="Arial" panose="020B0604020202020204" pitchFamily="34" charset="0"/>
              </a:rPr>
              <a:t>Alabanzas de Adoración</a:t>
            </a:r>
            <a:endParaRPr lang="es-MX" dirty="0">
              <a:latin typeface="Arial Black" panose="020B0A040201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F312A-6DFC-4DD4-BF5D-D03EA6E436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numCol="1"/>
          <a:lstStyle/>
          <a:p>
            <a:r>
              <a:rPr lang="es-ES" dirty="0"/>
              <a:t>Rey de gloria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679538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5E2301-8573-4716-A4EB-A013AC6BC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630911"/>
            <a:ext cx="10364451" cy="1596177"/>
          </a:xfrm>
        </p:spPr>
        <p:txBody>
          <a:bodyPr>
            <a:normAutofit/>
          </a:bodyPr>
          <a:lstStyle/>
          <a:p>
            <a:r>
              <a:rPr lang="es-ES" sz="4000" dirty="0">
                <a:latin typeface="Arial Black" panose="020B0A04020102020204" pitchFamily="34" charset="0"/>
              </a:rPr>
              <a:t>Rey de gloria</a:t>
            </a:r>
            <a:endParaRPr lang="es-MX" sz="4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4036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040F54-A726-4658-B20C-FE58B491D9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490956"/>
            <a:ext cx="10363826" cy="18760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¿Quién es el Rey de gloria?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Me persigue con su amor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Me asombran sus palabras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Susurrando en mi interior</a:t>
            </a:r>
            <a:endParaRPr lang="es-MX" sz="2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53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224D7-44A8-4D25-9BA4-B8267C16B0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514994"/>
            <a:ext cx="10363826" cy="18280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  <a:cs typeface="Arial" panose="020B0604020202020204" pitchFamily="34" charset="0"/>
              </a:rPr>
              <a:t>Mi conciencia me recuerda</a:t>
            </a:r>
            <a:br>
              <a:rPr lang="es-ES" sz="2400" dirty="0"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  <a:cs typeface="Arial" panose="020B0604020202020204" pitchFamily="34" charset="0"/>
              </a:rPr>
              <a:t>Necesito su perdón</a:t>
            </a:r>
            <a:br>
              <a:rPr lang="es-ES" sz="2400" dirty="0"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  <a:cs typeface="Arial" panose="020B0604020202020204" pitchFamily="34" charset="0"/>
              </a:rPr>
              <a:t>Él es el Rey de gloria</a:t>
            </a:r>
            <a:br>
              <a:rPr lang="es-ES" sz="2400" dirty="0"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  <a:cs typeface="Arial" panose="020B0604020202020204" pitchFamily="34" charset="0"/>
              </a:rPr>
              <a:t>Él me lo ofrece hoy</a:t>
            </a:r>
            <a:endParaRPr lang="es-MX" sz="24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044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919AC9-97D9-48B4-804D-DE029F2AF02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491803"/>
            <a:ext cx="10363826" cy="187439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Oh, Rey del universo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Y Príncipe de paz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Revelándome los cielos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Los misterios que en el hay</a:t>
            </a:r>
            <a:endParaRPr lang="es-MX" sz="2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116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9206AD-B8F8-4F4A-92B6-96AC9562A5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572973"/>
            <a:ext cx="10363826" cy="171205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Mi espíritu lo anhela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De su gracia y su verdad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Él es el Rey de gloria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Hijo de hombre, Hijo de Dios</a:t>
            </a:r>
            <a:endParaRPr lang="es-MX" sz="2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99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59281"/>
            <a:ext cx="10363826" cy="2139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 nombre es 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Jesucristo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Dios poderoso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mi ser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Gloria </a:t>
            </a:r>
            <a:r>
              <a:rPr lang="es-ES" sz="2400" dirty="0">
                <a:solidFill>
                  <a:srgbClr val="202124"/>
                </a:solidFill>
                <a:latin typeface="Bahnschrift Condensed" panose="020B0502040204020203" pitchFamily="34" charset="0"/>
              </a:rPr>
              <a:t>(X2)</a:t>
            </a:r>
            <a:endParaRPr lang="es-MX" sz="28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65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040F54-A726-4658-B20C-FE58B491D9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490956"/>
            <a:ext cx="10363826" cy="18760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¿Quién es el Rey de Gloria?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De poder y majestad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El sabio sin medida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Él es Rey de amor y paz</a:t>
            </a:r>
            <a:endParaRPr lang="es-MX" sz="28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234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3224D7-44A8-4D25-9BA4-B8267C16B0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514994"/>
            <a:ext cx="10363826" cy="18280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El señor de Cielo y tierra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Y el único creador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Él es el Rey de gloria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Él es todo para mí</a:t>
            </a:r>
            <a:endParaRPr lang="es-MX" sz="2800" dirty="0"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9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59281"/>
            <a:ext cx="10363826" cy="2139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 nombre es 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Jesucristo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Dios poderoso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mi ser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Gloria </a:t>
            </a:r>
            <a:r>
              <a:rPr lang="es-ES" sz="2400" dirty="0">
                <a:solidFill>
                  <a:srgbClr val="202124"/>
                </a:solidFill>
                <a:latin typeface="Bahnschrift Condensed" panose="020B0502040204020203" pitchFamily="34" charset="0"/>
              </a:rPr>
              <a:t>(X2)</a:t>
            </a:r>
            <a:endParaRPr lang="es-MX" sz="28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15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040F54-A726-4658-B20C-FE58B491D9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490956"/>
            <a:ext cx="10363826" cy="18760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¿Quién es el Rey de gloria?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Me persigue con su amor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Me asombran sus palabras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Susurrando en mi interior</a:t>
            </a:r>
            <a:endParaRPr lang="es-MX" sz="24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419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508171"/>
            <a:ext cx="10363826" cy="18416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Mi conciencia me recuerda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Necesito su perdón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¿Quién es el Rey de gloria?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Que me lo ofrece hoy</a:t>
            </a:r>
            <a:endParaRPr lang="es-MX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062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59281"/>
            <a:ext cx="10363826" cy="2139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 nombre es 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Jesucristo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Dios poderoso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mi ser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Gloria </a:t>
            </a:r>
            <a:r>
              <a:rPr lang="es-ES" sz="2400" dirty="0">
                <a:solidFill>
                  <a:srgbClr val="202124"/>
                </a:solidFill>
                <a:latin typeface="Bahnschrift Condensed" panose="020B0502040204020203" pitchFamily="34" charset="0"/>
              </a:rPr>
              <a:t>(X2)</a:t>
            </a:r>
            <a:endParaRPr lang="es-MX" sz="28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6358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59281"/>
            <a:ext cx="10363826" cy="2139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 nombre es 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Jesucristo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Dios poderoso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mi ser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Rey de Gloria (X3)</a:t>
            </a:r>
            <a:endParaRPr lang="es-MX" sz="28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371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14E6C4-085D-47E2-8730-DFDCE17E2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2359281"/>
            <a:ext cx="10363826" cy="2139437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Su nombre (es Cristo)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(Jesucristo)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(Dios poderoso)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(Rey de mi ser)</a:t>
            </a:r>
            <a:br>
              <a:rPr lang="es-ES" sz="2400" dirty="0">
                <a:latin typeface="Bahnschrift Condensed" panose="020B0502040204020203" pitchFamily="34" charset="0"/>
              </a:rPr>
            </a:br>
            <a:r>
              <a:rPr lang="es-ES" sz="2400" b="0" i="0" dirty="0">
                <a:solidFill>
                  <a:srgbClr val="202124"/>
                </a:solidFill>
                <a:effectLst/>
                <a:latin typeface="Bahnschrift Condensed" panose="020B0502040204020203" pitchFamily="34" charset="0"/>
              </a:rPr>
              <a:t>(Rey de Gloria)</a:t>
            </a:r>
            <a:endParaRPr lang="es-MX" sz="3200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649738"/>
      </p:ext>
    </p:extLst>
  </p:cSld>
  <p:clrMapOvr>
    <a:masterClrMapping/>
  </p:clrMapOvr>
</p:sld>
</file>

<file path=ppt/theme/theme1.xml><?xml version="1.0" encoding="utf-8"?>
<a:theme xmlns:a="http://schemas.openxmlformats.org/drawingml/2006/main" name="Gota">
  <a:themeElements>
    <a:clrScheme name="Gota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Got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TM04033925[[fn=Gota]]</Template>
  <TotalTime>248</TotalTime>
  <Words>318</Words>
  <Application>Microsoft Office PowerPoint</Application>
  <PresentationFormat>Panorámica</PresentationFormat>
  <Paragraphs>20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Black</vt:lpstr>
      <vt:lpstr>Bahnschrift Condensed</vt:lpstr>
      <vt:lpstr>Tw Cen MT</vt:lpstr>
      <vt:lpstr>Gota</vt:lpstr>
      <vt:lpstr>Alabanzas</vt:lpstr>
      <vt:lpstr>Alabanzas de Adoración</vt:lpstr>
      <vt:lpstr>Rey de gloria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Alabanzas</dc:title>
  <dc:creator>Charli Gomez</dc:creator>
  <cp:lastModifiedBy>Charli Gomez</cp:lastModifiedBy>
  <cp:revision>11</cp:revision>
  <dcterms:created xsi:type="dcterms:W3CDTF">2021-06-21T22:01:17Z</dcterms:created>
  <dcterms:modified xsi:type="dcterms:W3CDTF">2021-06-22T19:40:32Z</dcterms:modified>
</cp:coreProperties>
</file>